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5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90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4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76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5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7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8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9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3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2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5394E11-71F9-4C27-A6D6-3E1931CCBD5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165D6C0-3DE8-4B4D-99B0-262403649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ABAA-2E86-6CAD-25A5-456D3CE2F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5562"/>
            <a:ext cx="8991600" cy="276710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Post-Mortem Analysis</a:t>
            </a:r>
            <a:br>
              <a:rPr lang="en-US" dirty="0"/>
            </a:br>
            <a:r>
              <a:rPr lang="en-US" dirty="0"/>
              <a:t>of the MapReduce Framework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Case Study: E-commerce Sales Data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8652E-AB2A-A2ED-D67F-CB7DB3278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6205" y="4834325"/>
            <a:ext cx="2241755" cy="1310838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US" dirty="0"/>
              <a:t>Done By: </a:t>
            </a:r>
          </a:p>
          <a:p>
            <a:pPr algn="r"/>
            <a:r>
              <a:rPr lang="en-US" dirty="0"/>
              <a:t>M. Srujan Nayak   </a:t>
            </a:r>
          </a:p>
          <a:p>
            <a:pPr algn="r"/>
            <a:r>
              <a:rPr lang="en-US" dirty="0"/>
              <a:t>1601-23-737-189</a:t>
            </a:r>
          </a:p>
          <a:p>
            <a:pPr algn="r"/>
            <a:r>
              <a:rPr lang="en-US" dirty="0"/>
              <a:t>IT-3 VI SEM</a:t>
            </a:r>
          </a:p>
          <a:p>
            <a:pPr algn="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F6C85-D2A6-75D2-4B01-156D5A3326AE}"/>
              </a:ext>
            </a:extLst>
          </p:cNvPr>
          <p:cNvSpPr txBox="1"/>
          <p:nvPr/>
        </p:nvSpPr>
        <p:spPr>
          <a:xfrm>
            <a:off x="9085006" y="4853774"/>
            <a:ext cx="2389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sz="1700" dirty="0"/>
          </a:p>
          <a:p>
            <a:pPr algn="r"/>
            <a:r>
              <a:rPr lang="en-US" sz="1700" dirty="0"/>
              <a:t>Imtisal </a:t>
            </a:r>
            <a:r>
              <a:rPr lang="en-US" sz="1700" dirty="0" err="1"/>
              <a:t>Rangrez</a:t>
            </a:r>
            <a:endParaRPr lang="en-US" sz="1700" dirty="0"/>
          </a:p>
          <a:p>
            <a:pPr algn="r"/>
            <a:r>
              <a:rPr lang="en-US" sz="1700" dirty="0"/>
              <a:t>1601-23-737-180</a:t>
            </a:r>
          </a:p>
          <a:p>
            <a:pPr algn="r"/>
            <a:r>
              <a:rPr lang="en-US" sz="1700" dirty="0"/>
              <a:t>IT-3 VI SEM</a:t>
            </a:r>
          </a:p>
          <a:p>
            <a:endParaRPr lang="en-US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06470-A604-284B-B7AF-81321332F4C4}"/>
              </a:ext>
            </a:extLst>
          </p:cNvPr>
          <p:cNvSpPr txBox="1"/>
          <p:nvPr/>
        </p:nvSpPr>
        <p:spPr>
          <a:xfrm>
            <a:off x="9330813" y="4149213"/>
            <a:ext cx="147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BATCH-2</a:t>
            </a:r>
          </a:p>
        </p:txBody>
      </p:sp>
    </p:spTree>
    <p:extLst>
      <p:ext uri="{BB962C8B-B14F-4D97-AF65-F5344CB8AC3E}">
        <p14:creationId xmlns:p14="http://schemas.microsoft.com/office/powerpoint/2010/main" val="355134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9762-DCB4-A8B6-397A-1A6263A3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8D6F7B-6AE5-06BD-97A8-AEEEBC33C1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922" y="2773092"/>
            <a:ext cx="1077615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growth of e-commerce platforms generates massive data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includes: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Cities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systems fail to process such large datasets efficiently </a:t>
            </a:r>
          </a:p>
        </p:txBody>
      </p:sp>
    </p:spTree>
    <p:extLst>
      <p:ext uri="{BB962C8B-B14F-4D97-AF65-F5344CB8AC3E}">
        <p14:creationId xmlns:p14="http://schemas.microsoft.com/office/powerpoint/2010/main" val="78033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8788-B82D-FB50-6CEF-DAC3CB53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60BF4C-ACE7-6E31-A0F2-2E6FAF4601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093879"/>
            <a:ext cx="8250051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large-scale e-commerce data is: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Resource-intensive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issues: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disk I/O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execution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scalability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9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3A22-FD0D-3D29-0485-977E6916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547B5B-9C3C-FAC3-326A-A92731ECF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555543"/>
            <a:ext cx="4317207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large e-commerce dataset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City-wise revenue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using: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Hadoop MapReduce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performance </a:t>
            </a:r>
          </a:p>
        </p:txBody>
      </p:sp>
    </p:spTree>
    <p:extLst>
      <p:ext uri="{BB962C8B-B14F-4D97-AF65-F5344CB8AC3E}">
        <p14:creationId xmlns:p14="http://schemas.microsoft.com/office/powerpoint/2010/main" val="410655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2F8E-9A1E-6D3A-293A-30EF77A3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EA7E-7927-CE28-41B2-B38F854D2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HDFS: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Stores data across nodes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MapReduce: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Processes data in parallel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Workflow: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Dataset → HDFS → Map → Shuffle → Reduce → Output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0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6F8B-C652-10DB-D775-B7322BC0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F69E-1B7D-213A-976B-D5B5C622F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Mapper: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Emits (city, amount)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Shuffle: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Groups same city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Reducer: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Computes SUM(amount)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00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3393-9878-2B11-314C-B6D1AC8E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DB6B5-7350-E748-1FAC-93DAB04B3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093879"/>
            <a:ext cx="4413388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E-commerce dataset (CSV format)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Attributes: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ID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Amount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size: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Simulated up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10–15GB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5769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23AF-0EF5-A6B8-8634-3CEC90CC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8C092F-F1EE-87BF-752D-5F84AA2672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3017208"/>
            <a:ext cx="3664786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uploaded to HDFS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MapReduce job executed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Mapper extracts fields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Reducer aggregates revenue </a:t>
            </a:r>
          </a:p>
        </p:txBody>
      </p:sp>
    </p:spTree>
    <p:extLst>
      <p:ext uri="{BB962C8B-B14F-4D97-AF65-F5344CB8AC3E}">
        <p14:creationId xmlns:p14="http://schemas.microsoft.com/office/powerpoint/2010/main" val="240818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3E72-97CF-0999-94EF-ECDF3E10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E9679-5201-F279-627D-62ADA8B4E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Successfully computed city-wise revenue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Large dataset processed efficiently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Distributed processing improved scalability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903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A681C-79BD-30CF-BBA1-9C2834CF3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177" y="66205"/>
            <a:ext cx="10183646" cy="67255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6336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F11F-5A4A-56F1-78B8-B8545C2D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file formats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F2945-DF2D-ABEC-7F09-17C89DDE8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696" y="2551226"/>
            <a:ext cx="4651963" cy="35056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64FB09-9157-7810-9271-058B0A166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311" y="2551226"/>
            <a:ext cx="5439534" cy="35056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579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8891-1377-9930-28D1-EF562575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Adaptive Format Selection Framework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B7E372-C562-5E48-78D9-012472E02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3760" y="2353289"/>
            <a:ext cx="4464480" cy="42408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58429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EED3-D02C-A6E0-2E5B-2D71950E4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55E394-0F47-5D53-4585-9B4516764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282" y="2629660"/>
            <a:ext cx="5827436" cy="3835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02713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785085-542E-822A-303F-F2AA5675B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25" y="1297097"/>
            <a:ext cx="6675959" cy="4263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B4429D-5DA8-A75A-C642-41394C8E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225" y="1902234"/>
            <a:ext cx="5008126" cy="305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1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D2AC2-38D9-C2F8-34ED-C5AE76CD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7181-9099-777B-8F7A-007124039E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5838431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110</TotalTime>
  <Words>214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Post-Mortem Analysis of the MapReduce Framework   Case Study: E-commerce Sales Data Processing</vt:lpstr>
      <vt:lpstr>INTRODUCTION</vt:lpstr>
      <vt:lpstr>PROBLEM STATEMENT</vt:lpstr>
      <vt:lpstr>OBJECTIVE</vt:lpstr>
      <vt:lpstr>HADOOP ARCHITECTURE</vt:lpstr>
      <vt:lpstr>MAPREDUCE WORKFLOW</vt:lpstr>
      <vt:lpstr>DATASET</vt:lpstr>
      <vt:lpstr>METHODOLOGY</vt:lpstr>
      <vt:lpstr>RESULTS</vt:lpstr>
      <vt:lpstr>PowerPoint Presentation</vt:lpstr>
      <vt:lpstr>Converting to file formats </vt:lpstr>
      <vt:lpstr>Adaptive Format Selection Framework </vt:lpstr>
      <vt:lpstr>BENCHMARK FUNCTION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Srujan Nayak Maloth</dc:creator>
  <cp:lastModifiedBy>Srujan Nayak Maloth</cp:lastModifiedBy>
  <cp:revision>1</cp:revision>
  <dcterms:created xsi:type="dcterms:W3CDTF">2026-03-29T07:17:31Z</dcterms:created>
  <dcterms:modified xsi:type="dcterms:W3CDTF">2026-03-29T09:07:43Z</dcterms:modified>
</cp:coreProperties>
</file>